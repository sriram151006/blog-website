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73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36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28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39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673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240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396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826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21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37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547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581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22321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727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49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954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1639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75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colorTemperature colorTemp="7960"/>
                    </a14:imgEffect>
                    <a14:imgEffect>
                      <a14:saturation sat="107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1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975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solidFill>
                  <a:srgbClr val="00B0F0"/>
                </a:solidFill>
              </a:rPr>
              <a:t>Blog Website – Final Project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solidFill>
            <a:srgbClr val="00B0F0">
              <a:alpha val="0"/>
            </a:srgbClr>
          </a:solidFill>
        </p:spPr>
        <p:txBody>
          <a:bodyPr>
            <a:normAutofit fontScale="92500" lnSpcReduction="20000"/>
          </a:bodyPr>
          <a:lstStyle/>
          <a:p>
            <a:r>
              <a:rPr dirty="0"/>
              <a:t>Sriram V | Diploma in Computer Engineering</a:t>
            </a:r>
          </a:p>
          <a:p>
            <a:r>
              <a:rPr dirty="0"/>
              <a:t>CIT Sandwich Polytechnic College</a:t>
            </a:r>
          </a:p>
          <a:p>
            <a:r>
              <a:rPr dirty="0"/>
              <a:t>Guide: Mrs. K. </a:t>
            </a:r>
            <a:r>
              <a:rPr dirty="0" err="1"/>
              <a:t>Thangalakshmi</a:t>
            </a:r>
            <a:r>
              <a:rPr dirty="0"/>
              <a:t>, B.E.</a:t>
            </a:r>
          </a:p>
          <a:p>
            <a:r>
              <a:rPr dirty="0"/>
              <a:t>Academic Year: 2024–2025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  <a:solidFill>
            <a:schemeClr val="bg1">
              <a:lumMod val="95000"/>
              <a:lumOff val="5000"/>
              <a:alpha val="0"/>
            </a:schemeClr>
          </a:solidFill>
        </p:spPr>
        <p:txBody>
          <a:bodyPr/>
          <a:lstStyle/>
          <a:p>
            <a:r>
              <a:rPr dirty="0">
                <a:solidFill>
                  <a:srgbClr val="00B0F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>
              <a:lumMod val="95000"/>
              <a:lumOff val="5000"/>
              <a:alpha val="0"/>
            </a:schemeClr>
          </a:solidFill>
        </p:spPr>
        <p:txBody>
          <a:bodyPr/>
          <a:lstStyle/>
          <a:p>
            <a:endParaRPr dirty="0">
              <a:solidFill>
                <a:srgbClr val="00B0F0"/>
              </a:solidFill>
            </a:endParaRPr>
          </a:p>
          <a:p>
            <a:r>
              <a:rPr dirty="0">
                <a:solidFill>
                  <a:srgbClr val="00B0F0"/>
                </a:solidFill>
              </a:rPr>
              <a:t>Digital platform for sharing ideas and news</a:t>
            </a:r>
          </a:p>
          <a:p>
            <a:r>
              <a:rPr dirty="0">
                <a:solidFill>
                  <a:srgbClr val="00B0F0"/>
                </a:solidFill>
              </a:rPr>
              <a:t>User-friendly and responsive design</a:t>
            </a:r>
          </a:p>
          <a:p>
            <a:r>
              <a:rPr dirty="0">
                <a:solidFill>
                  <a:srgbClr val="00B0F0"/>
                </a:solidFill>
              </a:rPr>
              <a:t>Engages users through posts, comments, and interactions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B0F0"/>
                </a:solidFill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>
                <a:solidFill>
                  <a:srgbClr val="00B0F0"/>
                </a:solidFill>
              </a:rPr>
              <a:t>Design a blog website with modern UI/UX</a:t>
            </a:r>
          </a:p>
          <a:p>
            <a:r>
              <a:rPr dirty="0">
                <a:solidFill>
                  <a:srgbClr val="00B0F0"/>
                </a:solidFill>
              </a:rPr>
              <a:t>Enable content creation and user interaction</a:t>
            </a:r>
          </a:p>
          <a:p>
            <a:r>
              <a:rPr dirty="0">
                <a:solidFill>
                  <a:srgbClr val="00B0F0"/>
                </a:solidFill>
              </a:rPr>
              <a:t>Ensure mobile and cross-platform accessibility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User authentication (signup/login)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Admin blog post management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Post categories, filtering, and search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Commenting system with PHP and MySQL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Responsive layout and modern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Frontend: HTML, CSS, JavaScript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Backend: PHP, MySQL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Database: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blog_db</a:t>
            </a:r>
            <a:endParaRPr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Authentication: Sessions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Deployment: GitHub + Hosting Provider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Homepage → Signup/Login → Browse Posts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Logged-in users: Create, Edit, Delete posts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Viewers: Read, comment on posts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Admin: Manage content and moderate comments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User Interface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Modern layout with background images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Clean forms with floating labels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Consistent color palette and fonts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Sample Page: Signup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Signup page with input fields for email and password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Animated background and styled components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Red themed buttons with hover effects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Sample Page: Login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Secure login page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Form validation and error handling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Redirects user to dashboard/home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Sample Page: Homepage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Displays latest posts in grid format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Categorized by tags like Tech, Environment, Sports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Each post includes image, summary, author, and date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Comment System Code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PHP used to handle comment submission and retrieval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MySQL stores user comments linked to post IDs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Form allows users to submit their name and comment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Comments are displayed below posts with timestamp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PHP Code – Save &amp; Display 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Connects to MySQL: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mysqli_connect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(...)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Insert: INSERT INTO comments (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post_id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, name, comment) ...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Display: SELECT * FROM comments WHERE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post_id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= ...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Loop through results and display using HTML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Project Output – Sample Screens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Signup and Login page UI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Index/Homepage layout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Post cards with hover effects and category tags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Development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Week 1: Requirements and UI Design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Week 2-3: Frontend Development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Week 4-5: Backend Integration (PHP &amp; DB)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Week 6: Testing and Debugging</a:t>
            </a:r>
          </a:p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Week 7: Deployment and Final Submission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B0F0"/>
                </a:solidFill>
              </a:rPr>
              <a:t>Conclusion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solidFill>
                <a:srgbClr val="00B0F0"/>
              </a:solidFill>
            </a:endParaRPr>
          </a:p>
          <a:p>
            <a:r>
              <a:rPr dirty="0">
                <a:solidFill>
                  <a:srgbClr val="00B0F0"/>
                </a:solidFill>
              </a:rPr>
              <a:t>Successfully created a functional blog site</a:t>
            </a:r>
          </a:p>
          <a:p>
            <a:r>
              <a:rPr dirty="0">
                <a:solidFill>
                  <a:srgbClr val="00B0F0"/>
                </a:solidFill>
              </a:rPr>
              <a:t>Gained experience with frontend/backend integration</a:t>
            </a:r>
          </a:p>
          <a:p>
            <a:r>
              <a:rPr dirty="0">
                <a:solidFill>
                  <a:srgbClr val="00B0F0"/>
                </a:solidFill>
              </a:rPr>
              <a:t>Future features: social media login, likes, notifications, user profiles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22</TotalTime>
  <Words>432</Words>
  <Application>Microsoft Office PowerPoint</Application>
  <PresentationFormat>On-screen Show (4:3)</PresentationFormat>
  <Paragraphs>84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Tw Cen MT</vt:lpstr>
      <vt:lpstr>Circuit</vt:lpstr>
      <vt:lpstr>Blog Website – Final Project Presentation</vt:lpstr>
      <vt:lpstr>Introduction</vt:lpstr>
      <vt:lpstr>Project Objectives</vt:lpstr>
      <vt:lpstr>Key Features</vt:lpstr>
      <vt:lpstr>Technology Stack</vt:lpstr>
      <vt:lpstr>Project Workflow</vt:lpstr>
      <vt:lpstr>User Interface Design</vt:lpstr>
      <vt:lpstr>Sample Page: Signup</vt:lpstr>
      <vt:lpstr>Sample Page: Login</vt:lpstr>
      <vt:lpstr>Sample Page: Homepage</vt:lpstr>
      <vt:lpstr>Comment System Code Overview</vt:lpstr>
      <vt:lpstr>PHP Code – Save &amp; Display Comments</vt:lpstr>
      <vt:lpstr>Project Output – Sample Screens</vt:lpstr>
      <vt:lpstr>Development Timeline</vt:lpstr>
      <vt:lpstr>Conclusion &amp; 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sriram v</dc:creator>
  <cp:keywords/>
  <dc:description>generated using python-pptx</dc:description>
  <cp:lastModifiedBy>sriram v</cp:lastModifiedBy>
  <cp:revision>2</cp:revision>
  <dcterms:created xsi:type="dcterms:W3CDTF">2013-01-27T09:14:16Z</dcterms:created>
  <dcterms:modified xsi:type="dcterms:W3CDTF">2025-05-02T05:51:13Z</dcterms:modified>
  <cp:category/>
</cp:coreProperties>
</file>